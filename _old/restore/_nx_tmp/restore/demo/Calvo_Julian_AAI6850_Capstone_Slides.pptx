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line: a marketplace where a model can only be sold while an oracle says it still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frictions. The first two are the interesting ones because they are information problems, not workflow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structural point: the ML result is not decoration, it is what gates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chain has the full stack. Spokes get a marketplace, a compliance registry and a bridge registry. Off-chain ML feeds the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fee is capped at 10% in the contract, so governance cannot tax the marketplace to death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surprising result: dropping the text entirely and using only URL and header features beat every text model. Most of the signal is in who sent it, not what it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 if anyone challenges the ML rigour.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evaluate.py writes oracle_report.json, report-oracle.js submits it, the marketplace reads it on every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9 shows the breaker firing when the model drops from 96 to 61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the GDPR claim: the argument is that no personal data hits an immutable ledger. I am not a lawyer and this has not been reviewed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8 shows a replayed message and a direct ccReceive call both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a self-audit is worth anything: M-05 is the honest answer. It is exactly the failure mode independent review exists to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overclaim the monitoring. It is written, not running, and standing it up is a named prerequisite before a first mainnet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npm run demo:crosschain live. It prints real contract state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 about the terminal value point. Anyone reading the +1.67M as the answer has read the terminal assumption as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before anyone asks. Every one of them is written down in the README and the audit report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deployment gap, since that is the one assignment requirement not yet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multi-chain marketplace for AI model licences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Calvo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AAI6850, Module 15 capstone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project. Not independently audited. Not for mainnet or real value.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vendor's accuracy claim is unverifiable before you pay.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decay, and nobody tells the buyer when the datasheet stops being true.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one is a procurement cycle, not a purchase.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Transacting on a public chain publishes who you are and what you paid.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Solidity contracts: token, staking, governance, marketplace, oracle, compliance, sealed-bid auction, cross-chain registry.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detection classifier in Python whose evaluation output feeds the oracle.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posts a slashable bond and declares an accuracy floor.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committee measures the model on a secret holdout and publishes the median.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refuses to sell a model below its own declared floor.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3" name="Image 0" descr="/root/work/build/docs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109115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Tokenomics, staking,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NEXA: 1B hard cap, 400M genesis mint to the timelock, emissions rate-limited per 30-day epoch.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epoch ceiling itself is capped by an immutable constant, so no vote can inflate past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Staking: four lock tiers, 1.0x to 2.2x, Synthetix reward accounting, slashing up to 30%.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bonds live in the same vault and get slashed on a lost dispute.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Governor: 4% quorum, 1-day delay, 5-day vote, 2-day timelock. Snapshot voting, so flash-borrowed votes do not count.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classifier. Three feature families: TF-IDF text, 30 URL features, 22 header and authentication features.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ladder. Each step is a hypothesis, not a hyperparameter sweep.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soft vote over a gradient boosting model on dense features and a tuned logistic regression on all three families.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0.960, precision 0.957, recall 0.963, ROC-AUC 0.981.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0.272, chosen on expected cost with a false negative weighted 4x, not on F1.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Template-generated messages produce near-duplicate clusters.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puts siblings of a test message in training and reports a meaningless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is StratifiedGroupKFold on group id. Group overlap between splits is zero, asserted in code.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it both ways to measure the cost: random split test F1 0.9411, grouped 0.9358.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random split would have overstated F1 by 0.005 here, and by much more on a real corpus with campaign duplication.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2800" dirty="0"/>
          </a:p>
        </p:txBody>
      </p:sp>
      <p:pic>
        <p:nvPicPr>
          <p:cNvPr id="3" name="Image 0" descr="/root/work/build/docs/diagrams/oracle_data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109115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Reporters submit accuracy in basis points. Contract takes the median, not the mean, so one liar cannot move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of 3 fresh reports inside a 1-day staleness window, or there is no usable score at all.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median that moves more than 15% trips a per-model circuit breaker and sales stop.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Reporters publish the score and a hash of the holdout manifest, never the holdout itself.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fails closed: no score means no sale.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compliance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registry stores a Merkle root, a country code and an expiry. Nothing else.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proving one attribute reveals exactly that one leaf. No name, no address, no other attributes.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on-chain and immediate. Erasure is off-chain at the attester.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Sealed-bid auctions use commit-reveal with uniform collateral, so neither the bid nor the deposit leaks willingness to pay.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are bound to the bidder's address, so a copied commitment is useless.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and spoke. Two message types: model listing and licence entitlement.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emits, destination executes. The source never reaches into the destination.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registry checks the router, the trusted remote and the nonce itself, without trusting the router.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expiresAt is an absolute timestamp, so a delayed message cannot extend an entitlement.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carries no fee, escrow or bond state, so a compromised spoke cannot make claims about hub money.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 uses a mock router. Production needs a real CCIP or LayerZero adapter behind the same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0.11.6 and Solhint over the full contract set. 45 results, all triaged. 0 Solhint errors.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manual findings, 12 fixed. No critical.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 findings were provider-bond problems that no tool detected: a bond withdrawable in the same block, and a minimum bond of zero.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M-05 is a compliance bypass I introduced while fixing M-01 and caught on a later pass.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has a named regression test. 195 tests, 13 of them attack simulations.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residual risks documented and accepted, not hidden.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coverage, CI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tests, 0 failing.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99.76% statements, 92.56% branches, 99.15% functions, 99.82% lines. Requirement was 90%.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8 jobs with four hard gates: coverage below 90%, an unaccepted High Slither finding, a contract over the EIP-170 size limit, or model accuracy below 90% all fail the build.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document maps every privileged event to a severity tier and a runbook action.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is a specification. There is no deployed indexer or alerting stack.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1-2. Provider bonds 50,000 NEXA for 180 days, lists the model at 1,000 NEXA with a 90% floor.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Three reporters publish. Median lands at 96.04%.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4-5. Buyer is attested, then purchases. 15 NEXA burned, 35 to treasury, 950 escrowed.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6-7. Listing and entitlement mirrored hub to spoke.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 replayed message and a direct ccReceive call are both rejected.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Model degrades to 61%. Circuit breaker trips. Sales blocked.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Buyer disputes, gets refunded, provider bond slashed 20%, model delisted.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protocol fee, 30% burned, 70% to treasury. Contract ceiling is 10%.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year 3 GMV of 36M, net cash flow still negative at -1.49M.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30% is +1.67M, but that is entirely terminal value. Strip it out and the five modelled years are -2.82M.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says volume, not pricing. Even at the 10% ceiling year three barely turns positive.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Buyer-side case is stronger: break-even is roughly a 2.2% reduction in expected phishing loss.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done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testnet deployment. Four networks are configured, nothing is deployed, so no addresses or explorer links.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a mock router, not a real adapter.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review is mine, not independent.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corpus is synthetic, because the build machine cannot reach the public phishing datasets.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cross-chain licence revocation. A refunded buyer keeps a mirrored licence on a spoke until it expires.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specified, not running.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revocation with a monotonic per-holder watermark.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CCIP or LayerZero adapter, then redo the whole security review against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 and a public contest before any mainnet consideration.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invariant tests on the reward accumulator.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ML pipeline on Nazario, SpamAssassin and PhishTank, and republish the model card.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the four configured testnets and record the addresses.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Northeastern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capstone slides</dc:title>
  <dc:subject>AAI6850 Module 15</dc:subject>
  <dc:creator>Julian Calvo</dc:creator>
  <cp:lastModifiedBy>Julian Calvo</cp:lastModifiedBy>
  <cp:revision>1</cp:revision>
  <dcterms:created xsi:type="dcterms:W3CDTF">2026-08-17T21:52:52Z</dcterms:created>
  <dcterms:modified xsi:type="dcterms:W3CDTF">2026-08-17T21:52:52Z</dcterms:modified>
</cp:coreProperties>
</file>